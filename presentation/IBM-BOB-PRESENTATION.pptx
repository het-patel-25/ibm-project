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6E37D1-B5E2-4978-2616-6860D3DAEF9C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63A82B-24F5-9038-2C42-935E74BEAD89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3665403-FB44-83D3-EBF3-DB866C6C3BFC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C04FC3-E012-C164-27E1-0C68614D11D4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E9FDE7-300C-BA87-7826-57203D4EDA18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79AACC-7C25-DD83-1936-AEA1C8491A2F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8410F8-D514-EAD2-ED78-C871066A45B9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DD6B49-F713-8E14-7DDD-A1555F077746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C362BC-6402-3740-85BC-C415553D3804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452C99-A1D3-9BB4-9492-B57208958FC4}"/>
              </a:ext>
            </a:extLst>
          </p:cNvPr>
          <p:cNvSpPr/>
          <p:nvPr/>
        </p:nvSpPr>
        <p:spPr>
          <a:xfrm>
            <a:off x="14528800" y="8839200"/>
            <a:ext cx="17272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SYNTAX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</Words>
  <Application>Microsoft Office PowerPoint</Application>
  <PresentationFormat>Custom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24dit028 krish</dc:creator>
  <cp:lastModifiedBy>24dit028 krish</cp:lastModifiedBy>
  <cp:revision>2</cp:revision>
  <dcterms:created xsi:type="dcterms:W3CDTF">2006-08-16T00:00:00Z</dcterms:created>
  <dcterms:modified xsi:type="dcterms:W3CDTF">2026-09-15T13:34:24Z</dcterms:modified>
</cp:coreProperties>
</file>